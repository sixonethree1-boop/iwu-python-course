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3F4F6"/>
                </a:solidFill>
              </a:defRPr>
            </a:pPr>
            <a:r>
              <a:t>IWU PYTHON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F59E0B"/>
                </a:solidFill>
              </a:defRPr>
            </a:pPr>
            <a:r>
              <a:t>Encryption/Decryption Application</a:t>
            </a:r>
            <a:br/>
            <a:r>
              <a:t>5-Day Course · Philippine Marine Corps IWU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9E0B"/>
                </a:solidFill>
              </a:defRPr>
            </a:pPr>
            <a:r>
              <a:t>COURSE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Goal: Build a working encryption/decryption desktop app in 5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No prior programming experience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Tools: Python 3.11+, VS Code, Tkinter (built-in)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Day 1 — Python Foundations: variables, strings, loops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118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Day 2 — Functions, Lists, File I/O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Day 3 — Encryption Concepts: ASCII, XOR, Caesar Cipher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348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Day 4 — GUI with Tkinter: buttons, text boxes, file dialogs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463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Day 5 — Final Integration: working encrypt/decrypt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2578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Output: An application that encrypts and decrypts text files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9E0B"/>
                </a:solidFill>
              </a:defRPr>
            </a:pPr>
            <a:r>
              <a:t>DAY 1 — PYTHON FOUNDATIONS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Why Python? Named after Monty Python — not the snake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Python is the standard language for OSINT, automation, and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Variables: storing data (strings, numbers, booleans)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Strings: text manipulation, concatenation, slicing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118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Input/Output: print(), input()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Loops: for loops, while loops — repeating 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348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Conditionals: if/elif/else — making decisions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463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731520" y="52578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Hands-on: Script that asks for name and prints a greeting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731520" y="60807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Terminal: python3 filename.py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9E0B"/>
                </a:solidFill>
              </a:defRPr>
            </a:pPr>
            <a:r>
              <a:t>DAY 2 — FUNCTIONS, LISTS, FILE I/O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Functions: def — write code once, use many times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Parameters and return values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Lists: storing multiple values, indexing, iteration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Dictionaries: key-value pairs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731520" y="36118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File I/O: reading and writing text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open(), read(), write(), close()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348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with open(...) as f: — context manager (automatic close)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463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731520" y="52578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Hands-on: Read a text file, count words, write to new 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731520" y="60807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Foundation for encryption: read file → encrypt → save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9E0B"/>
                </a:solidFill>
              </a:defRPr>
            </a:pPr>
            <a:r>
              <a:t>DAY 3 — ENCRYPTION CONCEPTS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What is encryption? Scrambling data so only authorized can 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ASCII Table — computers store text as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ord('A') = 65, chr(65) = 'A'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731520" y="36118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Caesar Cipher — shift each letter by N positions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Example: 'A' + 3 = 'D', 'HELLO' → 'KHOOR'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348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731520" y="48463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XOR Cipher — bitwise operation, more secure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2578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Same key to encrypt and decrypt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731520" y="60807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Hands-on: Write a function that encrypts/decrypts a string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922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Test: Encrypt a message, send to classmate, decrypt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9E0B"/>
                </a:solidFill>
              </a:defRPr>
            </a:pPr>
            <a:r>
              <a:t>DAY 4 — GUI WITH TKINTER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What is Tkinter? Python's built-in GUI library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No installation needed — comes with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Core widgets: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Label — display 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118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Entry / Text — input fields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Button — clickable with function callback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348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Text — multi-line text area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463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731520" y="52578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Layout: pack(), grid(), place()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Events: button clicks, key presses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0807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731520" y="64922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Hands-on: Create a window with input field, button, and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9037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Preview: This will become the encryption app interface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9E0B"/>
                </a:solidFill>
              </a:defRPr>
            </a:pPr>
            <a:r>
              <a:t>DAY 5 — FINAL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Combine all previous days into one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Features: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Select a text file (file dialog)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Enter encryption key/password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118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Encrypt button → saves encrypted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Decrypt button → restores original 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348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Status display: success/failure messages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463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731520" y="52578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Code structure: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Day 3 encryption functions + Day 4 GUI + Day 2 file I/O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0807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731520" y="64922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Final output: A working, standalone encryption app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9E0B"/>
                </a:solidFill>
              </a:defRPr>
            </a:pPr>
            <a:r>
              <a:t>I W U   P Y T H O N   W E E 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Philippine Marine Corps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Information Warfare Unit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Python = Force Multiplier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Encryption = Operational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118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From zero to working app in 5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348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731520" y="48463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F4F6"/>
                </a:solidFill>
              </a:defRPr>
            </a:pPr>
            <a:r>
              <a:t>Start with the end in mind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